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Complete Banking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Governance &amp; Quality - Step-by-Step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Banking Data Governance &amp; Quality Flow - Complete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005840" cy="594360"/>
          </a:xfrm>
          <a:prstGeom prst="roundRect">
            <a:avLst/>
          </a:prstGeom>
          <a:solidFill>
            <a:srgbClr val="E1F5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1.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91440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Banking Data</a:t>
            </a:r>
          </a:p>
          <a:p>
            <a:r>
              <a:t>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005840" cy="5943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2.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Policies &amp;</a:t>
            </a:r>
          </a:p>
          <a:p>
            <a:r>
              <a:t>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005840" cy="5943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3.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7744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Ingest &amp;</a:t>
            </a:r>
          </a:p>
          <a:p>
            <a:r>
              <a:t>Normalize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005840" cy="59436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4. 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Data Storage</a:t>
            </a:r>
          </a:p>
          <a:p>
            <a:r>
              <a:t>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00584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5.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Validation &amp;</a:t>
            </a:r>
          </a:p>
          <a:p>
            <a:r>
              <a:t>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005840" cy="59436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6. REMEDIATION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7200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Fix &amp; Improve</a:t>
            </a:r>
          </a:p>
          <a:p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005840" cy="594360"/>
          </a:xfrm>
          <a:prstGeom prst="roundRect">
            <a:avLst/>
          </a:prstGeom>
          <a:solidFill>
            <a:srgbClr val="EDE7F6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7.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0352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AML &amp; Security</a:t>
            </a:r>
          </a:p>
          <a:p>
            <a:r>
              <a:t>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35040"/>
            <a:ext cx="1005840" cy="59436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8. 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6035040"/>
            <a:ext cx="7315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Analytics &amp;</a:t>
            </a:r>
          </a:p>
          <a:p>
            <a:r>
              <a:t>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1: Banking Data Sources (Blue)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💳 Core Banking System – Accounts, balances, account types, account 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Transaction Log – Deposits, withdrawals, transfers, interest payments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👤 CRM System – Customer KYC data, profile, identity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Loan Management – Applications, approval status, repayments, interest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Challenge: Legacy systems with different formats, update frequencies, data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2: Governance: Policies &amp; Compliance (Purple)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🔐 PCI-DSS – Card data encrypted; restricted access; audit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AML/KYC – Sanction screening; customer due diligence; transaction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GDPR – Customer consent; data retention (7 years for transactions); PII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Data Owners – Finance (accounts), Compliance (KYC), Risk (loans)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⏱️ SLAs – Account &lt;5min latency; fraud alerts &lt;10 sec; KYC updates &lt;1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3: ETL/Ingest Pipeline (Green)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1️⃣ Ingest &amp; Normalize – Standardize date formats, encodings, units across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2️⃣ PII Masking – Early masking of SSN, card numbers, account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3️⃣ Deduplication &amp; Customer Matching – Match same customer across systems (SSN+DOB)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4️⃣ Store in Warehouse – Load to Snowflake/BigQuery with proper partitioning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Single source of truth; data lineage preserved; audit trail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4: Data Warehouse - Banking Entities (Pink)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👥 Customers Table – ID, Name, KYC_Status, Risk_Level, Last_Updated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💰 Accounts Table – Account_ID, Customer_ID, Balance, Type,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Transactions Table – Txn_ID, Account_ID, Amount, Date, Type,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Loans Table – Loan_ID, Customer_ID, Amount, Start_Date,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🔗 Relationships: Foreign keys maintained; lineage tracked; data documented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5: Data Quality Rules &amp; Monitoring (Orange)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Customers – No null KYC; unique SSN; valid email; active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Accounts – Balance &gt;= 0; customer ID exists; no orphaned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Transactions – Amount &gt; 0; date &lt;= today; reconciles to General Ledger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Loans – Amount &gt; 0; customer verified; start_date valid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📈 Monitoring – Real-time metrics: transaction trends, reconciliation %, duplicates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6: Data Remediation (Light Green)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🤖 Automated Fixes – Trim/standardize names; dedup by SSN+DOB; backfill missing 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👀 Manual Review – Conflicting customer records; suspicious transactions; high-risk flags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🎫 Incident Tracking – Create tickets; track MTTR; root cause analysis; prevention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Reprocess &amp; Backfill – Update historical data; verify fixes; validate SLAs met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Data corrected; incidents reduced; SLAs consistently met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7: Compliance &amp; Audit (Light Purple)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AML Monitoring – Sanction list screening; transaction pattern analysis; SAR filing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🔐 PII Protection – Mask SSN/account# in reports; encrypt at rest; access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Audit Trail – Who accessed what, when, why; data lineage end-to-end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Regulatory Reporting – Accurate balance sheets; NPL %; capital ratios to central bank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Regulatory compliance; risks managed; evidence trail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Layer 8: Analytics &amp; Consumer Applications (Teal)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Financial Reports – Balance sheets, P&amp;L, cash flow for regulators and executives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Risk Dashboard – Credit exposure, NPL %, capital adequacy ratios, stress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🚨 Fraud Detection – ML model detects anomalies; alerts within 10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Customer Segmentation – Lifetime value, churn risk prediction, marketing targeting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Insights drive decisions; risks identified fast; competitive advantage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Feedback Loop: Continuous Improvement (Yellow)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Report Issues – Analysts flag 'wrong balance', 'missed fraud', 'late transactions'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🔧 Investigate &amp; Remediate – Data steward identifies root cause; fixes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📝 Update Policies – Tighten validation thresholds; add new quality rules; adjust SLAs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Loop Back to Governance – New rules cascade down; all layers adapt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Outcome: Continuous learning; proactive governance; faster issue 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How Layers Connect: The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Sources → Governance defines policies that must be enforced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Governance → ETL implements early controls (masking, dedup, validation)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ETL → Warehouse stores clean, trusted data with lineage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Warehouse → Quality rules validate data continuously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Quality → Remediation fixes issues; Compliance audits; Consumption uses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Feedback → Issues reported; rules updated; cycle repeats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Critical Risk Points in Banking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Wrong balance in account – Impact: Customer confusion, loss of trust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Mitigation: GL reconciliation; balance &gt;= 0 rule; daily audits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Missed fraud – Impact: Financial loss, regulatory fines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Mitigation: AML monitoring; anomaly detection; &lt;10 sec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Customer KYC not updated – Impact: AML breach, regulatory penalty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Mitigation: KYC SLA &lt;1 day; automated escalation;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KPIs: Measuring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📈 DQ Score – Target: &gt;95% across all critical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% Failing Records – Target: &lt;1% of production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⏱️ MTTR (Mean Time to Resolve) – Target: &lt;4 hours for data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SLA Compliance – Target: &gt;99% of datasets meet freshness/latency SLA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Incident Rate – Target: &lt;5 incidents per month from data quality issues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Quick Win: 90-Day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Week 1-2: Assess – Profile top 5 datasets; capture baseline DQ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Week 3-4: Prioritize – Assign owners; define SLAs per domain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Week 5-8: Automate – Implement validation tests; set up monitoring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Week 9-10: Remediate – Fix known issues; establish incident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Week 11-12: Scale – Expand to more datasets; formalize governance council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Data governance enforces policies; data quality ensures usability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Speed (fraud &lt;10 sec) and compliance (PCI, AML) are non-negotiable in banking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Every layer impacts downstream – lineage and feedback loops matter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Success requires cross-functional ownership: finance, compliance, risk,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Use tools to automate, but people and processes drive lasting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