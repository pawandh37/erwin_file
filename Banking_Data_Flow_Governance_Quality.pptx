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Banking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DD8E6"/>
                </a:solidFill>
              </a:defRPr>
            </a:pPr>
            <a:r>
              <a:t>Governance &amp; Quality - End-to-End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Data Flow: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000000"/>
                </a:solidFill>
              </a:defRPr>
            </a:pPr>
            <a:r>
              <a:t>The diagram shows 8 interconnected layers:</a:t>
            </a:r>
            <a:br/>
            <a:br/>
            <a:r>
              <a:t>1. SOURCES (Blue) – Core banking, transactions, CRM, loans</a:t>
            </a:r>
            <a:br/>
            <a:r>
              <a:t>2. GOVERNANCE (Purple) – Policies (PCI, AML, GDPR), SLAs, data owners</a:t>
            </a:r>
            <a:br/>
            <a:r>
              <a:t>3. ETL/INGEST (Green) – Normalize, deduplicate, store</a:t>
            </a:r>
            <a:br/>
            <a:r>
              <a:t>4. DATA WAREHOUSE (Pink) – Customers, Accounts, Transactions, Loans tables</a:t>
            </a:r>
            <a:br/>
            <a:r>
              <a:t>5. QUALITY CHECKS (Orange) – Validation rules, monitoring, alerts</a:t>
            </a:r>
            <a:br/>
            <a:r>
              <a:t>6. REMEDIATION (Light Green) – Auto-fixes, manual review, incident tracking</a:t>
            </a:r>
            <a:br/>
            <a:r>
              <a:t>7. COMPLIANCE (Light Purple) – AML checks, PII protection, audit trails</a:t>
            </a:r>
            <a:br/>
            <a:r>
              <a:t>8. CONSUMPTION (Teal) – Reports, dashboards, fraud detection, segmentation</a:t>
            </a:r>
            <a:br/>
            <a:r>
              <a:t>9. FEEDBACK LOOP (Yellow) – Issues, SLA updates, continuous improvement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Step 1: Data Sources (Blue Layer)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💳 Core Banking System – Accounts, balances, account types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📊 Transaction Log – Deposits, withdrawals, transfers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👤 CRM System – Customer KYC, profile, identity info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Loan Management – Applications, repayments,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⚠️ Challenge: Data from disparate legacy systems, different formats/frequencies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Step 2: Governance Policies (Purple Layer)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🔐 PCI-DSS – Card data encrypted; access audited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🚨 AML/KYC – Sanction screening; transaction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GDPR – Customer consent; data retention (7 years for txns)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🎯 Data Owners – Finance (accounts), Compliance (KYC), Risk (loans)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⏱️ SLAs – Account balance &lt;5 min latency; fraud alerts &lt;10 sec; KYC &lt;1 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Step 3: ETL &amp; Ingestion (Green Layer)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1️⃣ Ingest &amp; Normalize – Standardize formats from disparate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2️⃣ Deduplication – Match customers across systems (SSN + DOB)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3️⃣ PII Masking – Early masking of sensitive data (card numbers, SSN)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4️⃣ Store – Load into warehouse (Snowflake, BigQuery) with partitioning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Outcome: Single source of truth; audit trail preserved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Step 4: Data Warehouse Entities (Pink Layer)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👥 Customers – ID, Name, KYC_Status, Risk_Level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💰 Accounts – Account_ID, Customer_ID, Balance, Type, Last_Updated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📊 Transactions – Txn_ID, Account_ID, Amount, Date, Type,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Loans – Loan_ID, Customer_ID, Amount, Status, Start_Date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🔗 Relationships: Foreign keys ensure referential integrity; lineage tracked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Step 5: Data Quality Rules (Orange Layer)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Customers – No null KYC; unique SSN; valid email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Accounts – Balance &gt;= 0; matched to customer; no orphans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Transactions – Amount &gt; 0; date &lt;= today; reconciles to GL; account exists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Loans – Amount &gt; 0; customer verified; start_date valid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📈 Monitoring – Real-time: transaction count trends, reconciliation %, duplicates flagged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Step 6: Data Remediation (Light Green Layer)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🤖 Automated Fixes – Trim/standardize names, dedup by SSN+DOB, backfill 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👀 Manual Review – Conflicting records, suspicious transactions, high-risk customers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🎫 Incident Tracking – Create ticket, track MTTR, RCA, prevention rules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🔄 Reprocess – Backfill corrected data to meet SLAs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Outcome: Continuous quality improvement; incidents resolved; SLAs met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Step 7: Compliance &amp; Audit (Light Purple Layer)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🚨 AML – Sanction screening, transaction monitoring, SAR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🔐 PII Protection – Mask SSN/account# for analysts; encrypt at rest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Audit Trail – Who accessed what, when, for what purpose; data lineage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📊 Reporting – Regulatory compliance checked; evidence collected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Outcome: Regulatory mandates met; risks mitigated; compliance demonstrated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Step 8: Consumption &amp; Applications (Teal Layer)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📄 Financial Reports – Balance sheets, P&amp;L for regulators &amp; execs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⚠️ Risk Dashboard – Credit exposure, NPL %, capital ratios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🚨 Fraud Detection – ML anomaly models detect suspicious patterns &lt;10 sec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🎯 Customer Segmentation – Lifetime value, churn risk for marketing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Outcome: Insights for decisioning; fast fraud prevention; strategic alignment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Step 9: Feedback &amp; Continuous Improvement (Yellow Layer)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❌ Report Issues – 'Balance wrong in report', 'missed fraud', 'late transactions'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🔧 Update SLAs – Tighten thresholds, add new quality rules based on incidents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🔄 Loop Back to Governance – New policies, owner responsibilities cascade down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📊 Measure Impact – Track MTTR, incident count, DQ score improvements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Outcome: Continuous learning; faster issue resolution; proactive governance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Key Roles &amp;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👔 Data Owner – Defines policies, SLAs, assigns stewards (e.g., Finance owns Accounts)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⚙️ Data Engineer – Builds pipelines, ETL, monitoring, infrastructure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Data Steward – Monitors quality, responds to alerts, roots cause 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🔒 Compliance Officer – Ensures regulatory controls, audits,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👨‍💼 Analyst / Risk Officer – Consumes data, flags issues, provides feedback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KPIs to Track Success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📈 DQ Score (0–100) – Target: &gt;95% across critical datasets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% Failing Records – Target: &lt;1% in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⏱️ MTTR (Mean Time to Resolve) – Target: &lt;4 hours for data incidents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SLA Compliance – Target: &gt;99% of datasets meet freshness SLA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🎯 Data Catalog Coverage – Target: 100% of critical datasets documented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Common Pitfalls &amp; How to Avoid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❌ No clear ownership → Assign domain stewards with clear escalation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❌ Over-automation without checks → Add human review for ambiguous fixes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❌ One-time project mindset → Make it ongoing program with sponsorship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❌ Poor metadata → Prioritize catalog + minimal required fields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❌ Siloed teams → Cross-functional governance council + regular syncs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Quick Implementation (90 Days)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📅 Week 1–2: Inventory top 5 datasets; run profiling; understand baseline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📅 Week 3–4: Assign owners per domain; define SLAs &amp; data contracts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📅 Week 5–8: Implement validation tests (dbt, Great Expectations); add to pipelines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📅 Week 9–10: Build dashboards; configure alerts for SLA violations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📅 Week 11–12: Scale to more datasets; formalize governance council;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Data governance enforces policies; quality rules ensure data usability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In banking, speed (fraud &lt;10 sec) and compliance (PCI, AML) are critical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Every data issue cascades downstream – lineage and feedback loops matter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Success requires cross-functional ownership and continuous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Tools enable automation, but people and processes drive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